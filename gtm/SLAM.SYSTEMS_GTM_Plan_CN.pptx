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SLAM.SYSTEMS  ·  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</a:rPr>
              <a:t>市场进入计划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50592"/>
            <a:ext cx="10972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8C8C8"/>
                </a:solidFill>
                <a:latin typeface="PingFang SC"/>
                <a:ea typeface="PingFang SC"/>
              </a:rPr>
              <a:t>整体战略  ·  2026 Q4 – 2027 Q1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44368"/>
            <a:ext cx="1097280" cy="4445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106070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PingFang SC"/>
                <a:ea typeface="PingFang SC"/>
              </a:rPr>
              <a:t>欧洲现在卖项目。日本靠展会找经销商。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PingFang SC"/>
                <a:ea typeface="PingFang SC"/>
              </a:rPr>
              <a:t>线上五条线养管道。线下按展会出差——不参展，把人约出来。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14476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PingFang SC"/>
                <a:ea typeface="PingFang SC"/>
              </a:rPr>
              <a:t>11 页  ·  执行版  ·  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92608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01  /  整体战略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10642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</a:rPr>
              <a:t>一件事：让职业场馆用一套系统打完整场比赛。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品牌资产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独立站是总部。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LinkedIn / Instagram / YouTube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是仅有的三块招牌。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所有邮件、展会、经销商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都指回 slam.systems。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需求管道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邮件获客、直接触达、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线上封闭活动。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名单驱动，不投广告。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展会前后把同一批人再打一遍。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4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4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落地与规模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线下按展会出差。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不租展位，把人约到酒店。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规模不靠加人，靠经销商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和集成商把系统送进场馆。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PingFang SC"/>
                <a:ea typeface="PingFang SC"/>
              </a:rPr>
              <a:t>2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02  /  市场与客户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先打欧洲。日本用展会进。中国是工厂。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214884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市场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715768" y="1024128"/>
            <a:ext cx="155448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060704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024128"/>
            <a:ext cx="3977639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060704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现在做什么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7887" y="1024128"/>
            <a:ext cx="333756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1060704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明确不做什么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09344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欧洲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DACH + 职业俱乐部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15768" y="1609344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645920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主战场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0248" y="1609344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645920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立刻卖项目。独立站德文先上。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SPORTEL、ISE 出差打集成商。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7" y="1609344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1645920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不铺全欧广告。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不先开英法意西站点。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94560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231136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日本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2194560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2231136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第二市场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0248" y="2194560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2231136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今秋不卖散单。Inter BEE、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Sports Week 出差找经销商。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7" y="2194560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39" y="2231136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不今秋做日语站。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不在日本投流、不租展位。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779776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816352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韩国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5768" y="2779776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2816352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顺路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0248" y="2779776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2816352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2027.05 KOBA 可选。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日本经销商能带路再去。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47887" y="2779776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9" y="2816352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不单开韩国战役。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364992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401568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中国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5768" y="3364992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8920" y="3401568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工厂 / 研发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0248" y="3364992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3401568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深圳制造、软件、交付。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47887" y="3364992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39" y="3401568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不把小红书当欧洲获客渠道。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416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卖给谁（就这三类）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场馆 / 俱乐部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手球、冰球、足球的技术总监和场馆经理。买的是「一个人扛整场」。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7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集成商 / 租赁商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59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欧洲 AV、体育显示公司。把 COR + LED 打进项目。也是经销商苗子。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65006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598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联赛 / 转播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598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要记分、数据和信号稳定。不跟观众做品牌。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3 / 11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03  /  作战地图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线上五条，线下两条。同时转，不互相替代。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6903720" cy="477316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170432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线上  ·  一直在转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01  独立站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77393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slam.systems 是总部。德文先上，英/中补齐。所有渠道的落地页。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2257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02  社交媒体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9689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只做 LinkedIn、Instagram、YouTube。获客、证据、可被搜到。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4553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03  邮件获客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985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对名单发序列：介绍 → 现场片 → 展会约见。不群发行业通讯。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96849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04  直接触达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24281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Peter + Linda 点名 40 家欧洲场馆/集成商。每周 8 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79145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05  线上活动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506577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封闭简报，不是公开网红直播。每月一场，给集成商和经销商苗子。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1042415"/>
            <a:ext cx="3931920" cy="47731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17043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线下  ·  按节点出动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627632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06  展会出差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066544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PingFang SC"/>
                <a:ea typeface="PingFang SC"/>
              </a:rPr>
              <a:t>按欧洲、日本节点出动。不参展。展前约人，展中见面，展后跟进。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3502151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07  经销商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941063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PingFang SC"/>
                <a:ea typeface="PingFang SC"/>
              </a:rPr>
              <a:t>规模从这里来。欧洲在 ISE 扩集成商。日本用 Inter BEE 找一家。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925312"/>
            <a:ext cx="11064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原则：线上把人养熟，线下按展会把人见掉。经销商是规模，不是今年秋天的招商大会。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4 / 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04  /  独立站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德文先上 slam.systems。三语两周内补齐。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1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9/22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1170431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499615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德文 v2.2.6 冻结。修首页假视频、手机菜单缺 Peripherals、表单不能只靠 mailto。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21407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49423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249423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上线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578607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slam.systems 切新站。德文可对外。i@slam.systems 人工 48 小时必回。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00399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328415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328415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三语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657599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EN/ZH 导航和首页可用。中文首页不允许仍是英文。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79391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07407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407407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36591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三支片子、一份项目 PDF。所有邮件、社媒、展会二维码指回这里。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1042415"/>
            <a:ext cx="3246120" cy="2331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1352" y="118872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上线当天必须为真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1554480"/>
            <a:ext cx="29260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德文全站可点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Start Your Project 能变成询盘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瑞士 + 深圳地址正确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手球 hero 仍是原片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3529584"/>
            <a:ext cx="324612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65760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上线当天可以还没做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4005072"/>
            <a:ext cx="29260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日文 / 韩文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六个社媒图标全亮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复杂表单后台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案例页 20 张大图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5 / 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05  /  社交媒体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只做三家。发现场，不发参数。展会周加码。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15544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渠道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024128"/>
            <a:ext cx="22402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06070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为什么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024128"/>
            <a:ext cx="31546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6070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发什么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024128"/>
            <a:ext cx="182880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06070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频率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5168" y="1024128"/>
            <a:ext cx="2240280" cy="96012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106070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谁来发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84248"/>
            <a:ext cx="15544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2082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</a:rPr>
              <a:t>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08" y="198424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02082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买家在这里。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获客主场。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1984248"/>
            <a:ext cx="31546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02082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一人操作系统、场馆夜、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展会约见入口。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8" y="1984248"/>
            <a:ext cx="182880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02082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2 条/周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展会周 4 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8" y="198424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202082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Peter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Linda 转评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944368"/>
            <a:ext cx="15544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98094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</a:rPr>
              <a:t>Instagram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21408" y="2944368"/>
            <a:ext cx="2240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298094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画面即证据。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给集成商转发。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2944368"/>
            <a:ext cx="3154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298094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控制室 15 秒、LED 近景、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比赛夜。不发参数表。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2944368"/>
            <a:ext cx="18288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298094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3 条/周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45168" y="2944368"/>
            <a:ext cx="2240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298094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Eva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素材来自现场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904488"/>
            <a:ext cx="15544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941064"/>
            <a:ext cx="14081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</a:rPr>
              <a:t>YouTube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1408" y="390448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94106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能被搜到。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官网和邮件都嵌。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61688" y="3904488"/>
            <a:ext cx="31546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3941064"/>
            <a:ext cx="30083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60 秒系统片 + SCORE / LED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各一支 30 秒。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3904488"/>
            <a:ext cx="182880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0" y="3941064"/>
            <a:ext cx="168249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2 条/月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45168" y="3904488"/>
            <a:ext cx="2240280" cy="96012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0" y="3941064"/>
            <a:ext cx="2093976" cy="9052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Jürg 定调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</a:rPr>
              <a:t>Donglin 协助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5010912"/>
            <a:ext cx="11045952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102352"/>
            <a:ext cx="1069848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三支片子循环用：A 60 秒系统片（10/20 交，用手球 intro 延伸）· B 30 秒 SCORE · C 30 秒 LED。官网、邮件、展会、经销商包同一套。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79008"/>
            <a:ext cx="1106424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不做：TikTok、Pinterest、小红书对欧洲获客、Facebook 日常。账号可以占着，不排期、不考核。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06  /  邮件获客  ·  直接触达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名单驱动。先欧洲 40 家。展会是约见由头。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邮件三封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① 介绍：一人操作系统，链到独立站。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② 证据：嵌 60 秒系统片。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③ 约见：用最近一场展会当由头。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德语母版，英语备份。不群发。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7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7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直接触达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7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Peter + Linda 点名 40 家：德瑞奥俱乐部、场馆、集成商。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每周 8 家，电话 / LinkedIn / 邮件同一周打完。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ROUNDS 本季另带 5 个瑞士/南德机会。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6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6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询盘纪律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6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i@slam.systems 48 小时人回。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一张表，每周一过。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有效对话才计数，点赞不算。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展会周把回信改成「现场见」。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T-21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展前三周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对将出现的人发第③封，锁 8–12 个会。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7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7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7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展前一周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7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确认时间、酒店、一页 PDF。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6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6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6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展后三天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6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纪要 + 片子 + 下一步。项目或经销商分轨。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7 / 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07  /  事件营销  ·  线上活动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不做公开大会。把正确的人关进一间小房间。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每月封闭简报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30 分钟。一人操作系统 + 一支片子。邀请 8–12 个集成商或经销商苗子。从 11 月起，Linda 主持。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展会前夜会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ISE / Inter BEE 前一晚，酒店 90 分钟。已约到的人再加 4 个当地名字。不办酒会。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比赛夜远程看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有现场时，给短名单开 20 分钟控制室窗口。证据比幻灯片强。Jürg 在场。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经销商私董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日本、欧洲各一场。讲授权范围、项目支持和 48 小时工厂响应。不讲招商政策。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不做：粉丝直播、公开 Webinar 拉新、六国同传、为办活动而办活动。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532120"/>
            <a:ext cx="11045952" cy="777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50992"/>
            <a:ext cx="106070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每次活动的产出只有三样：到场名单、2 个下一步会议、1 条可发 LinkedIn 的现场句。没有第四样。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8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08  /  展会节点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不参展。按节点出差。欧洲打项目，日本找经销商。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178308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4241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时间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005840"/>
            <a:ext cx="23317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04241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展会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1728" y="1005840"/>
            <a:ext cx="14173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04241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城市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1005840"/>
            <a:ext cx="25146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04241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打什么人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13648" y="1005840"/>
            <a:ext cx="29718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04241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怎么打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572768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60934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2026.10.19–21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1572768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160934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1728" y="1572768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60934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摩纳哥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8" y="1572768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60934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联赛 / 转播 / 体育科技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13648" y="1572768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60934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本季欧洲第一仗。参观 + 8 场会。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139696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176272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2026.11.18–20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139696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2176272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Inter BEE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728" y="213969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2176272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千叶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8" y="2139696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2176272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广电 / 系统商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13648" y="2139696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2176272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日本第一仗。找经销商，不卖散单。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706624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743200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2027.01.27–29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50008" y="2706624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2743200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Japan Sports Week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81728" y="2706624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2743200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千叶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8" y="2706624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743200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球队 / 场馆设施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13648" y="2706624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2743200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经销商短名单。第二次日本出差。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273552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310128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2027.02.01–02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50008" y="3273552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23160" y="3310128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Sports World Congress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1728" y="3273552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3310128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巴塞罗那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9048" y="3273552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3310128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场馆运营商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13648" y="3273552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0" y="3310128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与 ISE 同城一周，场馆侧。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840480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87705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2027.02.02–05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50008" y="3840480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23160" y="387705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81728" y="3840480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87705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巴塞罗那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9048" y="3840480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87705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欧洲集成商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13648" y="3840480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0" y="387705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本季欧洲主攻。项目 + 经销商苗子。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4407408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444398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2027.05.11–14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50008" y="4407408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23160" y="444398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KOBA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81728" y="440740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444398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首尔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9048" y="4407408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44398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韩国广电（可选）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13648" y="4407408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86800" y="444398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日本经销商能带路才去。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102352"/>
            <a:ext cx="11045952" cy="120700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PingFang SC"/>
                <a:ea typeface="PingFang SC"/>
              </a:rPr>
              <a:t>打法：2 人出差（商务 + 技术）。不租展位。展前 21 天锁 8–12 个会，住会场附近，早餐和晚间约人。每天 4 个有效会面。展后 7 天全跟完，分「项目」和「经销商」两条漏斗。IBC 阿姆斯特丹 2026.09 已过，本季不补位。FSB 科隆 2027.10 先占位，不进本季考核。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9 / 11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09  /  经销商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要规模，就要做经销商。展会是找人的地方。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42415"/>
            <a:ext cx="110642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PingFang SC"/>
                <a:ea typeface="PingFang SC"/>
              </a:rPr>
              <a:t>一家公司盖不住德瑞奥俱乐部和日本场馆。加人填不满。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PingFang SC"/>
                <a:ea typeface="PingFang SC"/>
              </a:rPr>
              <a:t>经销商和集成商把 COR + LED 送进项目，我们保交付和 48 小时工厂响应。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欧洲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ROUNDS 是现在的瑞士/南德入口。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ISE 再找 2 家能打包场馆项目的集成商（德、荷或北欧）。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本季目标：对话，不签 20 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7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7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5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日本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5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必须有一家本地伙伴才进场。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Inter BEE 开谈，Sports Week 收短名单，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2027.03 目标一份 LOI。今秋不卖散单。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4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给什么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4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德/英资料包、三支片子、项目 PDF、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48 小时工厂支持、一场远程演示。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不给消费品牌授权，不开招商会。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376672"/>
            <a:ext cx="110459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522976"/>
            <a:ext cx="10607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规则：宁缺毋滥。欧洲增量 2 家，日本 1 家。先看他们有没有场馆项目，再谈授权。展会上交换名片不算经销商。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10 / 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10  /  九十天必须交出来的东西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日期、负责人、数字。没有第三种状态。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2344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日期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1368" y="987552"/>
            <a:ext cx="370332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02412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必须交付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987552"/>
            <a:ext cx="21488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02412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战线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352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负责人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948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426464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6304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1368" y="1426464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20" y="146304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slam.systems 德文上线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4688" y="1426464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46304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独立站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5352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 个域名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65376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190195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1368" y="1865376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20" y="190195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EN+ZH 首页 / 三社媒首发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1865376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90195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独立站 · 社媒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Eva + Peter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3 语 + 3 账号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304288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34086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01368" y="2304288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4520" y="234086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三支视频可嵌官网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4688" y="2304288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34086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社媒 · 邮件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5352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668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Jürg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60s+30s+30s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2743200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277977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01368" y="2743200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74520" y="277977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 出差完成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04688" y="2743200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277977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直达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5352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Peter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1948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8 场会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182112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21868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11/20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01368" y="3182112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74520" y="321868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Inter BEE 经销商开谈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04688" y="3182112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321868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经销商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5352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2668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Jürg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1948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9264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6 家面谈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621024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365760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11/30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01368" y="3621024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74520" y="365760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欧洲名单全部触达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04688" y="3621024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365760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邮件 · 直达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5352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2668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Peter + Linda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1948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40 家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4059936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409651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12/20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01368" y="4059936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74520" y="409651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有效对话（不是点赞）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04688" y="4059936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409651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直达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65352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2668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1948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8 次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28" y="4498848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53542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1/29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01368" y="4498848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74520" y="453542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日本经销商短名单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04688" y="4498848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77840" y="453542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5352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2668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1948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9264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3 家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" y="4937760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497433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2/05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01368" y="4937760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874520" y="497433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ISE + SWC 巴塞罗那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04688" y="4937760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577840" y="497433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经销商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65352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2668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Jürg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61948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69264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12 场会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28" y="5376672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0080" y="541324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3/31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01368" y="5376672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74520" y="541324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 LOI 或明确放弃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504688" y="5376672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77840" y="541324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65352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2668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1948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9264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 份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" y="5870448"/>
            <a:ext cx="11045952" cy="475488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1520" y="5925312"/>
            <a:ext cx="106984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下周一开始：冻结德文缺陷清单，列出欧洲 40 家和 SPORTEL 会谈名单。日本进展会表，不进今秋销售表。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11 / 11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